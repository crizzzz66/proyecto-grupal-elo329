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7B2BA-B525-A44E-E879-41375901E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7A09D6-DBD8-BDA2-3237-6B6B35B8E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89F856-7F41-CB73-E984-E7A44257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D9B703-9BB2-38CE-E336-4FD4BAD4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7B729E-83CF-ADA3-6663-3F88A853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5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CA2D6-BA8B-E0FF-059F-AB0234D4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EFA56-4194-6F27-3B17-016616B24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B382C8-47A4-AE59-7311-14101225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A10ECD-365A-4A11-1591-E2E900CC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3C1DF4-8050-EA78-9B5D-2C003235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966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7E870-1ED3-709B-3CDF-3DE15DD3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0A9686-4091-FCAE-7F87-7258D938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DC28BC-BC78-344D-78D9-9F6BF02F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7741-1795-3D1B-F338-844E64E7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9A237B-9DDA-7354-F2D9-A2F561B5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386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28733-01CD-2C29-01D0-993132E2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AC4F7-5774-6B9D-C46E-C089F3324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B5F391-D5A8-BB16-3A52-0FD76D4EF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008C8-7C79-576E-A1E3-6F6DD324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0C9DE8-C8E1-2BE3-14CE-02A349112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85C51-D246-5D10-A3F5-8EC9A2CD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043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82814-5294-14CE-E1D8-DC23292B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A8B9A9-808B-8102-874D-73CC2887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FB2AFF-CD5C-5C9F-6A40-FAA802C8F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A98660-4A00-E7C4-21AD-47B7C50C1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00B166-F3CE-960D-26F3-7BAC5FE0B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1A6C59-A978-8336-047B-9D8466F5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D4585C-0B37-F789-82A2-7F4D4794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021382-057F-EC33-7E3F-18B0548C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670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B6838-3B38-4830-BA03-2636AF8C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4BB1509-0043-CFCB-3DBA-5396D898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FD63F8-867E-46C3-FD65-C1E2C6BD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8E9D19-FCEE-15C4-62FC-68042A8A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486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A8250F-78C0-97A0-BE8F-930267CA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BA16AE-BA19-DC47-41FF-0409B1A7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B99919-35AE-2FBA-B5DF-D5E1A098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260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B9643-A934-61F2-B6A3-1B4C1B94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49AE27-A073-D6A3-08A5-2E7DC8093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803F5A-A250-5150-163C-EF1CA73C4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C0CC4C-CEF5-9E5D-BDD1-4935AF10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B227F1-DD38-3643-7EEC-A622BDC0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73CA2D-803C-1243-CA1A-0AE09C5B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540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20E2C-5518-7E4A-60C6-5B513865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38F256-FC8D-F421-0E7A-54AAF4412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CAA230-C5F0-0134-933B-3A520F545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1CE43B-81A3-D4E1-CA61-A0E42DAA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78474E-F7B4-76E0-20A2-5908C4CD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B4A766-99A8-1085-FE83-5FA9AC40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149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204F3-2438-BCCB-CE0B-CB275397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DEB5EF-B5C9-A9CE-1F71-1AE203F3C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6712C-000F-FB8E-87C5-02725AF6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CFD44-1E32-0F56-3755-69A1C0DB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B316D0-E8F8-442D-AD9B-246A4FA6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379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EF09E4-A504-4370-CDEA-F459897CE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EE1C79-0D76-80A0-2C5A-B3AABEBB4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200CA4-2CE1-F6FB-040F-CC0E0905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D9D195-C3C5-627A-D0CE-52CCA8A2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DA579C-7DF2-0A74-424D-B4A00ED6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392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18EF73-6648-7FF6-C4AE-FAE0986D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58A3A0-C685-FA1B-F672-292C61A79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D1AA75-17C4-23F3-C999-5A1E2608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6D514-7364-4261-BB5A-3242DE0784F6}" type="datetimeFigureOut">
              <a:rPr lang="es-CL" smtClean="0"/>
              <a:t>09-06-2026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29C0D7-0A08-9BE7-4858-223B71B6F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985F2C-9D6F-25BD-9A7E-D00A8D6A9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B2010-C413-420D-9496-FD12BE27E8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473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DE3F66-46C7-44E3-CEFE-F687DC9D0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s-CL" sz="7200" dirty="0">
                <a:latin typeface="Consolas" panose="020B0609020204030204" pitchFamily="49" charset="0"/>
              </a:rPr>
              <a:t>Estado de Avance</a:t>
            </a:r>
            <a:br>
              <a:rPr lang="es-CL" sz="7200" dirty="0">
                <a:latin typeface="Consolas" panose="020B0609020204030204" pitchFamily="49" charset="0"/>
              </a:rPr>
            </a:br>
            <a:r>
              <a:rPr lang="es-CL" sz="7200" dirty="0">
                <a:latin typeface="Consolas" panose="020B0609020204030204" pitchFamily="49" charset="0"/>
              </a:rPr>
              <a:t>BACP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3C7509-CA20-1237-67D2-BF7C42C8E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s-CL" sz="2800" dirty="0">
                <a:latin typeface="Consolas" panose="020B0609020204030204" pitchFamily="49" charset="0"/>
              </a:rPr>
              <a:t>Tomás Ramdohr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69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B3363C-B173-D2FF-952A-8622D8D2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s-CL" sz="2800" dirty="0"/>
              <a:t>Herramienta de Desarrollo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A005DA0A-A74E-773C-9AC9-5B6E3BA28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El </a:t>
            </a:r>
            <a:r>
              <a:rPr lang="en-US" sz="1700" dirty="0" err="1"/>
              <a:t>lenguaje</a:t>
            </a:r>
            <a:r>
              <a:rPr lang="en-US" sz="1700" dirty="0"/>
              <a:t> es C++</a:t>
            </a:r>
          </a:p>
          <a:p>
            <a:r>
              <a:rPr lang="en-US" sz="1700" dirty="0"/>
              <a:t>El IDE es </a:t>
            </a:r>
            <a:r>
              <a:rPr lang="en-US" sz="1700" dirty="0" err="1"/>
              <a:t>OnlineGDB</a:t>
            </a:r>
            <a:endParaRPr lang="en-US" sz="1700" dirty="0"/>
          </a:p>
          <a:p>
            <a:endParaRPr lang="en-US" sz="17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D9917B-462F-E9BA-B339-140B6C19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97" b="5880"/>
          <a:stretch>
            <a:fillRect/>
          </a:stretch>
        </p:blipFill>
        <p:spPr>
          <a:xfrm>
            <a:off x="4901184" y="1532477"/>
            <a:ext cx="6922008" cy="389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4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CC844-41E4-326C-6B0A-496EC5B4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0C8192-669D-5E71-7F0F-0D145FB3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s-CL" sz="2800" dirty="0"/>
              <a:t>Funciones implementadas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21E5BDAA-3C83-2D93-BC89-09B291635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/>
              <a:t>Evaluar</a:t>
            </a:r>
            <a:r>
              <a:rPr lang="en-US" sz="1700" dirty="0"/>
              <a:t>()</a:t>
            </a:r>
          </a:p>
          <a:p>
            <a:r>
              <a:rPr lang="en-US" sz="1700" dirty="0"/>
              <a:t>Validar()</a:t>
            </a:r>
          </a:p>
          <a:p>
            <a:r>
              <a:rPr lang="en-US" sz="1700"/>
              <a:t>Print_malla</a:t>
            </a:r>
            <a:r>
              <a:rPr lang="en-US" sz="1700" dirty="0"/>
              <a:t>()</a:t>
            </a:r>
          </a:p>
          <a:p>
            <a:pPr marL="0" indent="0">
              <a:buNone/>
            </a:pPr>
            <a:r>
              <a:rPr lang="en-US" sz="1700"/>
              <a:t>Dentro</a:t>
            </a:r>
            <a:r>
              <a:rPr lang="en-US" sz="1700" dirty="0"/>
              <a:t> de main()</a:t>
            </a:r>
          </a:p>
          <a:p>
            <a:r>
              <a:rPr lang="en-US" sz="1700" dirty="0"/>
              <a:t>Leer </a:t>
            </a:r>
            <a:r>
              <a:rPr lang="en-US" sz="1700"/>
              <a:t>archivo</a:t>
            </a:r>
            <a:endParaRPr lang="en-US" sz="1700" dirty="0"/>
          </a:p>
          <a:p>
            <a:r>
              <a:rPr lang="en-US" sz="1700"/>
              <a:t>Generar</a:t>
            </a:r>
            <a:r>
              <a:rPr lang="en-US" sz="1700" dirty="0"/>
              <a:t> </a:t>
            </a:r>
            <a:r>
              <a:rPr lang="en-US" sz="1700"/>
              <a:t>solución</a:t>
            </a:r>
            <a:r>
              <a:rPr lang="en-US" sz="1700" dirty="0"/>
              <a:t> </a:t>
            </a:r>
            <a:r>
              <a:rPr lang="en-US" sz="1700"/>
              <a:t>inicial</a:t>
            </a:r>
            <a:r>
              <a:rPr lang="en-US" sz="1700" dirty="0"/>
              <a:t> Greedy</a:t>
            </a:r>
          </a:p>
          <a:p>
            <a:r>
              <a:rPr lang="en-US" sz="1700"/>
              <a:t>Reparar</a:t>
            </a:r>
            <a:r>
              <a:rPr lang="en-US" sz="1700" dirty="0"/>
              <a:t> con </a:t>
            </a:r>
            <a:r>
              <a:rPr lang="en-US" sz="1700"/>
              <a:t>Hill_Climbing</a:t>
            </a:r>
            <a:endParaRPr lang="en-US" sz="17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557A39-4996-8A37-3015-38C7E9AC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3" t="37640" b="12696"/>
          <a:stretch>
            <a:fillRect/>
          </a:stretch>
        </p:blipFill>
        <p:spPr>
          <a:xfrm>
            <a:off x="5186596" y="2998033"/>
            <a:ext cx="6636595" cy="19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6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C3078-F41A-D7E6-E4D9-1E8092EBA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1C5763-6D88-A7BB-ADC8-8CDEAEE6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95" y="122999"/>
            <a:ext cx="3571810" cy="11721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Greedy</a:t>
            </a:r>
          </a:p>
        </p:txBody>
      </p:sp>
      <p:sp>
        <p:nvSpPr>
          <p:cNvPr id="5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077038-8485-7CC7-7F87-C69F3B24C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3" t="21873" r="40" b="16162"/>
          <a:stretch>
            <a:fillRect/>
          </a:stretch>
        </p:blipFill>
        <p:spPr>
          <a:xfrm>
            <a:off x="250722" y="1877526"/>
            <a:ext cx="11690555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9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96B8B-EBC2-DC53-F324-B74B29EB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FE563922-7330-71AA-718B-A2E0DA93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B7B610E6-1E28-CE50-C758-B1EF7CA82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FE74B2D1-89C5-626A-A898-C84FFEAEF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5D734-A7A3-EF51-E194-848FE53B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s-CL" sz="2800" dirty="0"/>
              <a:t>Función de Evaluación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27879A-9B5C-CD45-617E-085E57A6D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4F82AC-4AAD-34F8-FD36-54811424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5FA9814-C33A-2B3C-30B0-3BF63F5CF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7" t="22782" r="11573" b="30020"/>
          <a:stretch>
            <a:fillRect/>
          </a:stretch>
        </p:blipFill>
        <p:spPr>
          <a:xfrm>
            <a:off x="609071" y="2727089"/>
            <a:ext cx="10973858" cy="346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7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01A96-D15C-0B2F-8FB5-37F26872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Hill </a:t>
            </a:r>
            <a:r>
              <a:rPr lang="es-CL" dirty="0" err="1"/>
              <a:t>Climbing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C4B53-840C-748F-CABB-46A2E77B0AB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sz="1800" b="1" dirty="0" err="1">
                <a:latin typeface="Consolas" panose="020B0609020204030204" pitchFamily="49" charset="0"/>
              </a:rPr>
              <a:t>for</a:t>
            </a:r>
            <a:r>
              <a:rPr lang="es-CL" sz="1800" dirty="0">
                <a:latin typeface="Consolas" panose="020B0609020204030204" pitchFamily="49" charset="0"/>
              </a:rPr>
              <a:t> </a:t>
            </a:r>
            <a:r>
              <a:rPr lang="es-CL" sz="1800" dirty="0" err="1">
                <a:latin typeface="Consolas" panose="020B0609020204030204" pitchFamily="49" charset="0"/>
              </a:rPr>
              <a:t>iter</a:t>
            </a:r>
            <a:r>
              <a:rPr lang="es-CL" sz="1800" dirty="0">
                <a:latin typeface="Consolas" panose="020B0609020204030204" pitchFamily="49" charset="0"/>
              </a:rPr>
              <a:t> </a:t>
            </a:r>
            <a:r>
              <a:rPr lang="es-CL" sz="1800" b="1" dirty="0">
                <a:latin typeface="Consolas" panose="020B0609020204030204" pitchFamily="49" charset="0"/>
              </a:rPr>
              <a:t>in</a:t>
            </a:r>
            <a:r>
              <a:rPr lang="es-CL" sz="1800" dirty="0">
                <a:latin typeface="Consolas" panose="020B0609020204030204" pitchFamily="49" charset="0"/>
              </a:rPr>
              <a:t> MAX_ITER:</a:t>
            </a:r>
          </a:p>
          <a:p>
            <a:pPr marL="0" indent="0">
              <a:buNone/>
            </a:pPr>
            <a:r>
              <a:rPr lang="es-CL" sz="1800" b="1" dirty="0">
                <a:latin typeface="Consolas" panose="020B0609020204030204" pitchFamily="49" charset="0"/>
              </a:rPr>
              <a:t>	</a:t>
            </a:r>
            <a:r>
              <a:rPr lang="es-CL" sz="1800" b="1" dirty="0" err="1">
                <a:latin typeface="Consolas" panose="020B0609020204030204" pitchFamily="49" charset="0"/>
              </a:rPr>
              <a:t>for</a:t>
            </a:r>
            <a:r>
              <a:rPr lang="es-CL" sz="1800" dirty="0">
                <a:latin typeface="Consolas" panose="020B0609020204030204" pitchFamily="49" charset="0"/>
              </a:rPr>
              <a:t> i </a:t>
            </a:r>
            <a:r>
              <a:rPr lang="es-CL" sz="1800" b="1" dirty="0">
                <a:latin typeface="Consolas" panose="020B0609020204030204" pitchFamily="49" charset="0"/>
              </a:rPr>
              <a:t>in</a:t>
            </a:r>
            <a:r>
              <a:rPr lang="es-CL" sz="1800" dirty="0">
                <a:latin typeface="Consolas" panose="020B0609020204030204" pitchFamily="49" charset="0"/>
              </a:rPr>
              <a:t> </a:t>
            </a:r>
            <a:r>
              <a:rPr lang="es-CL" sz="1800" dirty="0" err="1">
                <a:latin typeface="Consolas" panose="020B0609020204030204" pitchFamily="49" charset="0"/>
              </a:rPr>
              <a:t>cursos_total</a:t>
            </a:r>
            <a:r>
              <a:rPr lang="es-CL" sz="18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</a:t>
            </a:r>
            <a:r>
              <a:rPr lang="es-CL" sz="1800" b="1" dirty="0" err="1">
                <a:latin typeface="Consolas" panose="020B0609020204030204" pitchFamily="49" charset="0"/>
              </a:rPr>
              <a:t>if</a:t>
            </a:r>
            <a:r>
              <a:rPr lang="es-CL" sz="1800" dirty="0">
                <a:latin typeface="Consolas" panose="020B0609020204030204" pitchFamily="49" charset="0"/>
              </a:rPr>
              <a:t> (</a:t>
            </a:r>
            <a:r>
              <a:rPr lang="es-CL" sz="1800" dirty="0" err="1">
                <a:latin typeface="Consolas" panose="020B0609020204030204" pitchFamily="49" charset="0"/>
              </a:rPr>
              <a:t>no_se_puede_eliminar_i</a:t>
            </a:r>
            <a:r>
              <a:rPr lang="es-CL" sz="18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</a:t>
            </a:r>
            <a:r>
              <a:rPr lang="es-CL" sz="1800" b="1" dirty="0">
                <a:latin typeface="Consolas" panose="020B0609020204030204" pitchFamily="49" charset="0"/>
              </a:rPr>
              <a:t>continue</a:t>
            </a:r>
            <a:r>
              <a:rPr lang="es-CL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</a:t>
            </a:r>
            <a:r>
              <a:rPr lang="es-CL" sz="1800" dirty="0" err="1">
                <a:latin typeface="Consolas" panose="020B0609020204030204" pitchFamily="49" charset="0"/>
              </a:rPr>
              <a:t>cambio_prev</a:t>
            </a:r>
            <a:r>
              <a:rPr lang="es-CL" sz="1800" dirty="0">
                <a:latin typeface="Consolas" panose="020B0609020204030204" pitchFamily="49" charset="0"/>
              </a:rPr>
              <a:t> = créditos_sin_i</a:t>
            </a:r>
            <a:r>
              <a:rPr lang="es-CL" sz="1800" baseline="30000" dirty="0">
                <a:latin typeface="Consolas" panose="020B0609020204030204" pitchFamily="49" charset="0"/>
              </a:rPr>
              <a:t>2</a:t>
            </a:r>
            <a:r>
              <a:rPr lang="es-CL" sz="1800" dirty="0">
                <a:latin typeface="Consolas" panose="020B0609020204030204" pitchFamily="49" charset="0"/>
              </a:rPr>
              <a:t> – créditos_con_i</a:t>
            </a:r>
            <a:r>
              <a:rPr lang="es-CL" sz="1800" baseline="30000" dirty="0">
                <a:latin typeface="Consolas" panose="020B0609020204030204" pitchFamily="49" charset="0"/>
              </a:rPr>
              <a:t>2</a:t>
            </a:r>
            <a:r>
              <a:rPr lang="es-CL" sz="1800" dirty="0">
                <a:latin typeface="Consolas" panose="020B0609020204030204" pitchFamily="49" charset="0"/>
              </a:rPr>
              <a:t>;</a:t>
            </a:r>
            <a:endParaRPr lang="es-CL" sz="1800" baseline="30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L" sz="1800" baseline="30000" dirty="0">
                <a:latin typeface="Consolas" panose="020B0609020204030204" pitchFamily="49" charset="0"/>
              </a:rPr>
              <a:t>		</a:t>
            </a:r>
            <a:r>
              <a:rPr lang="es-CL" sz="1800" b="1" dirty="0" err="1">
                <a:latin typeface="Consolas" panose="020B0609020204030204" pitchFamily="49" charset="0"/>
              </a:rPr>
              <a:t>for</a:t>
            </a:r>
            <a:r>
              <a:rPr lang="es-CL" sz="1800" dirty="0">
                <a:latin typeface="Consolas" panose="020B0609020204030204" pitchFamily="49" charset="0"/>
              </a:rPr>
              <a:t> j </a:t>
            </a:r>
            <a:r>
              <a:rPr lang="es-CL" sz="1800" b="1" dirty="0">
                <a:latin typeface="Consolas" panose="020B0609020204030204" pitchFamily="49" charset="0"/>
              </a:rPr>
              <a:t>in</a:t>
            </a:r>
            <a:r>
              <a:rPr lang="es-CL" sz="1800" dirty="0">
                <a:latin typeface="Consolas" panose="020B0609020204030204" pitchFamily="49" charset="0"/>
              </a:rPr>
              <a:t> p: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</a:t>
            </a:r>
            <a:r>
              <a:rPr lang="es-CL" sz="1800" b="1" dirty="0" err="1">
                <a:latin typeface="Consolas" panose="020B0609020204030204" pitchFamily="49" charset="0"/>
              </a:rPr>
              <a:t>if</a:t>
            </a:r>
            <a:r>
              <a:rPr lang="es-CL" sz="1800" dirty="0">
                <a:latin typeface="Consolas" panose="020B0609020204030204" pitchFamily="49" charset="0"/>
              </a:rPr>
              <a:t> (</a:t>
            </a:r>
            <a:r>
              <a:rPr lang="es-CL" sz="1800" dirty="0" err="1">
                <a:latin typeface="Consolas" panose="020B0609020204030204" pitchFamily="49" charset="0"/>
              </a:rPr>
              <a:t>no_se_puede_agregar_i</a:t>
            </a:r>
            <a:r>
              <a:rPr lang="es-CL" sz="18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	</a:t>
            </a:r>
            <a:r>
              <a:rPr lang="es-CL" sz="1800" b="1" dirty="0">
                <a:latin typeface="Consolas" panose="020B0609020204030204" pitchFamily="49" charset="0"/>
              </a:rPr>
              <a:t>continue</a:t>
            </a:r>
            <a:r>
              <a:rPr lang="es-CL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cambio = </a:t>
            </a:r>
            <a:r>
              <a:rPr lang="es-CL" sz="1800" dirty="0" err="1">
                <a:latin typeface="Consolas" panose="020B0609020204030204" pitchFamily="49" charset="0"/>
              </a:rPr>
              <a:t>cambio_prev</a:t>
            </a:r>
            <a:r>
              <a:rPr lang="es-CL" sz="1800" dirty="0">
                <a:latin typeface="Consolas" panose="020B0609020204030204" pitchFamily="49" charset="0"/>
              </a:rPr>
              <a:t> + créditos_con_i</a:t>
            </a:r>
            <a:r>
              <a:rPr lang="es-CL" sz="1800" baseline="30000" dirty="0">
                <a:latin typeface="Consolas" panose="020B0609020204030204" pitchFamily="49" charset="0"/>
              </a:rPr>
              <a:t>2</a:t>
            </a:r>
            <a:r>
              <a:rPr lang="es-CL" sz="1800" dirty="0">
                <a:latin typeface="Consolas" panose="020B0609020204030204" pitchFamily="49" charset="0"/>
              </a:rPr>
              <a:t> – créditos_sin_i</a:t>
            </a:r>
            <a:r>
              <a:rPr lang="es-CL" sz="1800" baseline="30000" dirty="0">
                <a:latin typeface="Consolas" panose="020B0609020204030204" pitchFamily="49" charset="0"/>
              </a:rPr>
              <a:t>2</a:t>
            </a:r>
            <a:r>
              <a:rPr lang="es-CL" sz="1800" dirty="0">
                <a:latin typeface="Consolas" panose="020B0609020204030204" pitchFamily="49" charset="0"/>
              </a:rPr>
              <a:t>;</a:t>
            </a:r>
            <a:endParaRPr lang="es-CL" sz="1800" baseline="30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</a:t>
            </a:r>
            <a:r>
              <a:rPr lang="es-CL" sz="1800" b="1" dirty="0" err="1">
                <a:latin typeface="Consolas" panose="020B0609020204030204" pitchFamily="49" charset="0"/>
              </a:rPr>
              <a:t>if</a:t>
            </a:r>
            <a:r>
              <a:rPr lang="es-CL" sz="1800" dirty="0">
                <a:latin typeface="Consolas" panose="020B0609020204030204" pitchFamily="49" charset="0"/>
              </a:rPr>
              <a:t> (cambio &lt; 0):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		</a:t>
            </a:r>
            <a:r>
              <a:rPr lang="es-CL" sz="1800" dirty="0" err="1">
                <a:latin typeface="Consolas" panose="020B0609020204030204" pitchFamily="49" charset="0"/>
              </a:rPr>
              <a:t>cambiar_semestre</a:t>
            </a:r>
            <a:r>
              <a:rPr lang="es-CL" sz="1800" dirty="0">
                <a:latin typeface="Consolas" panose="020B0609020204030204" pitchFamily="49" charset="0"/>
              </a:rPr>
              <a:t>(i, j);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</a:t>
            </a:r>
            <a:r>
              <a:rPr lang="es-CL" sz="1800" b="1" dirty="0" err="1">
                <a:latin typeface="Consolas" panose="020B0609020204030204" pitchFamily="49" charset="0"/>
              </a:rPr>
              <a:t>if</a:t>
            </a:r>
            <a:r>
              <a:rPr lang="es-CL" sz="1800" dirty="0">
                <a:latin typeface="Consolas" panose="020B0609020204030204" pitchFamily="49" charset="0"/>
              </a:rPr>
              <a:t> (</a:t>
            </a:r>
            <a:r>
              <a:rPr lang="es-CL" sz="1800" dirty="0" err="1">
                <a:latin typeface="Consolas" panose="020B0609020204030204" pitchFamily="49" charset="0"/>
              </a:rPr>
              <a:t>no_se_aplicaron_movimientos</a:t>
            </a:r>
            <a:r>
              <a:rPr lang="es-CL" sz="18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s-CL" sz="1800" dirty="0">
                <a:latin typeface="Consolas" panose="020B0609020204030204" pitchFamily="49" charset="0"/>
              </a:rPr>
              <a:t>		</a:t>
            </a:r>
            <a:r>
              <a:rPr lang="es-CL" sz="1800" b="1" dirty="0">
                <a:latin typeface="Consolas" panose="020B0609020204030204" pitchFamily="49" charset="0"/>
              </a:rPr>
              <a:t>break</a:t>
            </a:r>
            <a:r>
              <a:rPr lang="es-CL" sz="18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99431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187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Consolas</vt:lpstr>
      <vt:lpstr>Tema de Office</vt:lpstr>
      <vt:lpstr>Estado de Avance BACP</vt:lpstr>
      <vt:lpstr>Herramienta de Desarrollo</vt:lpstr>
      <vt:lpstr>Funciones implementadas</vt:lpstr>
      <vt:lpstr>Greedy</vt:lpstr>
      <vt:lpstr>Función de Evaluación</vt:lpstr>
      <vt:lpstr>Hill Climbing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TOMÁS RAMDOHR ARELLANO (Alumno)</dc:creator>
  <cp:lastModifiedBy>TOMÁS RAMDOHR ARELLANO (Alumno)</cp:lastModifiedBy>
  <cp:revision>2</cp:revision>
  <dcterms:created xsi:type="dcterms:W3CDTF">2026-06-08T19:30:23Z</dcterms:created>
  <dcterms:modified xsi:type="dcterms:W3CDTF">2026-06-09T14:57:22Z</dcterms:modified>
</cp:coreProperties>
</file>